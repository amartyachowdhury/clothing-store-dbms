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  <p:embeddedFont>
      <p:font typeface="Merriweather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3" Type="http://schemas.openxmlformats.org/officeDocument/2006/relationships/font" Target="fonts/Merriweather-regular.fntdata"/><Relationship Id="rId12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regular.fntdata"/><Relationship Id="rId15" Type="http://schemas.openxmlformats.org/officeDocument/2006/relationships/font" Target="fonts/Merriweather-italic.fntdata"/><Relationship Id="rId14" Type="http://schemas.openxmlformats.org/officeDocument/2006/relationships/font" Target="fonts/Merriweather-bold.fntdata"/><Relationship Id="rId16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[ESHANA]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Good morning, we are Group 8, and our project is the Clothing Retail Store Database Management System.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In Assignment 1, we described the application and identified the main functions such as managing products, tracking </a:t>
            </a:r>
            <a:r>
              <a:rPr lang="en-CA"/>
              <a:t>customer</a:t>
            </a:r>
            <a:r>
              <a:rPr lang="en-CA"/>
              <a:t> orders, processing payments, and keeping inventory upto date.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For Assignment 2, we have translated that description into a formal Entity-Relationship Model. Our ER diagram contains seven entities, each with primary keys, foreign keys, and relationships defined using crow’s-foot notation.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ee126c49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ee126c49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[AMARTYA]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Here’s our ER diagram.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At the centre of the model, we have the </a:t>
            </a:r>
            <a:r>
              <a:rPr b="1" lang="en-CA"/>
              <a:t>order</a:t>
            </a:r>
            <a:r>
              <a:rPr lang="en-CA"/>
              <a:t> entity, which connects </a:t>
            </a:r>
            <a:r>
              <a:rPr b="1" lang="en-CA"/>
              <a:t>customers</a:t>
            </a:r>
            <a:r>
              <a:rPr lang="en-CA"/>
              <a:t>, </a:t>
            </a:r>
            <a:r>
              <a:rPr b="1" lang="en-CA"/>
              <a:t>employees</a:t>
            </a:r>
            <a:r>
              <a:rPr lang="en-CA"/>
              <a:t>, </a:t>
            </a:r>
            <a:r>
              <a:rPr b="1" lang="en-CA"/>
              <a:t>payments</a:t>
            </a:r>
            <a:r>
              <a:rPr lang="en-CA"/>
              <a:t>, and </a:t>
            </a:r>
            <a:r>
              <a:rPr b="1" lang="en-CA"/>
              <a:t>orderItems</a:t>
            </a:r>
            <a:r>
              <a:rPr lang="en-CA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/>
              <a:t>Orders</a:t>
            </a:r>
            <a:r>
              <a:rPr lang="en-CA"/>
              <a:t> are placed by </a:t>
            </a:r>
            <a:r>
              <a:rPr b="1" lang="en-CA"/>
              <a:t>customers</a:t>
            </a:r>
            <a:r>
              <a:rPr lang="en-CA"/>
              <a:t> which are then processed by </a:t>
            </a:r>
            <a:r>
              <a:rPr b="1" lang="en-CA"/>
              <a:t>employees</a:t>
            </a:r>
            <a:r>
              <a:rPr lang="en-CA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Each </a:t>
            </a:r>
            <a:r>
              <a:rPr b="1" lang="en-CA"/>
              <a:t>order</a:t>
            </a:r>
            <a:r>
              <a:rPr lang="en-CA"/>
              <a:t> consists of one or more </a:t>
            </a:r>
            <a:r>
              <a:rPr b="1" lang="en-CA"/>
              <a:t>orderItems</a:t>
            </a:r>
            <a:r>
              <a:rPr lang="en-CA"/>
              <a:t>, which act as an associative entry between </a:t>
            </a:r>
            <a:r>
              <a:rPr b="1" lang="en-CA"/>
              <a:t>orders</a:t>
            </a:r>
            <a:r>
              <a:rPr lang="en-CA"/>
              <a:t> and </a:t>
            </a:r>
            <a:r>
              <a:rPr b="1" lang="en-CA"/>
              <a:t>products</a:t>
            </a:r>
            <a:r>
              <a:rPr lang="en-CA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Each </a:t>
            </a:r>
            <a:r>
              <a:rPr b="1" lang="en-CA"/>
              <a:t>p</a:t>
            </a:r>
            <a:r>
              <a:rPr b="1" lang="en-CA"/>
              <a:t>roduct</a:t>
            </a:r>
            <a:r>
              <a:rPr lang="en-CA"/>
              <a:t> belongs to a </a:t>
            </a:r>
            <a:r>
              <a:rPr b="1" lang="en-CA"/>
              <a:t>category</a:t>
            </a:r>
            <a:r>
              <a:rPr lang="en-CA"/>
              <a:t>, which helps us organize the inventory.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Finally, </a:t>
            </a:r>
            <a:r>
              <a:rPr b="1" lang="en-CA"/>
              <a:t>orders</a:t>
            </a:r>
            <a:r>
              <a:rPr lang="en-CA"/>
              <a:t> are linked to </a:t>
            </a:r>
            <a:r>
              <a:rPr b="1" lang="en-CA"/>
              <a:t>payments</a:t>
            </a:r>
            <a:r>
              <a:rPr lang="en-CA"/>
              <a:t>, which allow partial or split payment methods.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As shown, all relationships are labeled with crow’s-foot notation, marking the cardinalities explicitly.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ee126c497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ee126c49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[WALIED]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In refining our model, we’ve added the </a:t>
            </a:r>
            <a:r>
              <a:rPr b="1" lang="en-CA"/>
              <a:t>employee</a:t>
            </a:r>
            <a:r>
              <a:rPr lang="en-CA"/>
              <a:t> entity compared to Assignment 1. This allows us to capture which staff member processes which orders, making the system more traceable.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We’ve also established some key business rules: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CA"/>
              <a:t>Each </a:t>
            </a:r>
            <a:r>
              <a:rPr b="1" lang="en-CA"/>
              <a:t>order</a:t>
            </a:r>
            <a:r>
              <a:rPr lang="en-CA"/>
              <a:t> must contain at least one </a:t>
            </a:r>
            <a:r>
              <a:rPr b="1" lang="en-CA"/>
              <a:t>orderItem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-CA"/>
              <a:t>Product</a:t>
            </a:r>
            <a:r>
              <a:rPr lang="en-CA"/>
              <a:t> stock cannot drop below zero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-CA"/>
              <a:t>Payment</a:t>
            </a:r>
            <a:r>
              <a:rPr lang="en-CA"/>
              <a:t> methods are restricted to cash, debit and/or credit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CA"/>
              <a:t>An </a:t>
            </a:r>
            <a:r>
              <a:rPr b="1" lang="en-CA"/>
              <a:t>order</a:t>
            </a:r>
            <a:r>
              <a:rPr lang="en-CA"/>
              <a:t> may have multiple payments, supporting partial or split transactions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Together, these choices ensure data integrity and align the design with real retail store operations.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Clothing Retail Store DBMS,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Group 8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Entity-Relationship (ER) Diagram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Entity-Relationship (ER) Diagram for Clothing Retail Store DBMS</a:t>
            </a:r>
            <a:endParaRPr/>
          </a:p>
        </p:txBody>
      </p:sp>
      <p:pic>
        <p:nvPicPr>
          <p:cNvPr id="71" name="Google Shape;71;p14" title="Clothing Store DBMS - ER Diagram (1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275" y="76750"/>
            <a:ext cx="5468244" cy="421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Design Choices and Rules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311675" y="1392225"/>
            <a:ext cx="8520600" cy="36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Refinements:</a:t>
            </a:r>
            <a:endParaRPr b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Added ‘</a:t>
            </a:r>
            <a:r>
              <a:rPr b="1"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employee</a:t>
            </a:r>
            <a:r>
              <a:rPr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’ entity since A1 → captures which staff member processes an </a:t>
            </a:r>
            <a:r>
              <a:rPr b="1"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order</a:t>
            </a:r>
            <a:endParaRPr b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b="1"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Business Rules:</a:t>
            </a:r>
            <a:endParaRPr b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Each </a:t>
            </a:r>
            <a:r>
              <a:rPr b="1"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order</a:t>
            </a:r>
            <a:r>
              <a:rPr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must contain &gt;= 1 </a:t>
            </a:r>
            <a:r>
              <a:rPr b="1"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orderItem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b="1"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Product</a:t>
            </a:r>
            <a:r>
              <a:rPr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stock cannot be negative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Payment methods: cash, credit, debit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b="1"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Order</a:t>
            </a:r>
            <a:r>
              <a:rPr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 may allow partial/split payments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b="1"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Notation:</a:t>
            </a:r>
            <a:endParaRPr b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PKs and FKs are shown inside entities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Crow’s-foot notation used for 1:N </a:t>
            </a:r>
            <a:r>
              <a:rPr lang="en-CA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cardinality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